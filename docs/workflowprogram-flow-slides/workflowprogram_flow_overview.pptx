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 流程图文档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从用户触发、skill 路由到脚本控制面与验证链的整体说明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PLUGIN_ROOT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插件模板、脚本、skills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1772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TARGET_ROOT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目标项目 .claude 资产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CEAD8"/>
          </a:solidFill>
          <a:ln w="12700">
            <a:solidFill>
              <a:srgbClr val="E5B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563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运行证据与中间产物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4873752"/>
            <a:ext cx="8229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4873752"/>
            <a:ext cx="7772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核心结论：WorkflowProgram 不是一组 prompt，而是一条“AI 设计 + Python 控制面 + S5 判定”的产品化链路。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显式入口 / 自然语言入口都会落到确定性的脚本链，而不是只靠模型自由发挥。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50008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控制面由 workflow-entry.py 与 workflow-runner.py 负责，最终 workflow 级结论由 S5 judge 给出。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734056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经验积累通过 lessons 与 constraints 回流，服务下一轮设计与验证。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页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总体主链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用户请求如何流经 skill、入口脚本、runner 与验证链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17320"/>
            <a:ext cx="1133856" cy="53035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用户请求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05156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E6F4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097280"/>
            <a:ext cx="159105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自然语言请求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7830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1F7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828800"/>
            <a:ext cx="15910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 /develop 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00584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051560"/>
            <a:ext cx="1819656" cy="5029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workflowprogram-orchestrate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17830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828800"/>
            <a:ext cx="1819656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 / iterate / validate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1481328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1527048"/>
            <a:ext cx="163677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3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41080" y="11155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161288"/>
            <a:ext cx="131673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managed-assets.py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41080" y="18745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1920240"/>
            <a:ext cx="131673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87000" y="1444752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1490472"/>
            <a:ext cx="127101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workflow-s5-judge.py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1783080" y="1316990"/>
            <a:ext cx="29337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1682496"/>
            <a:ext cx="274320" cy="45720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94760" y="1298448"/>
            <a:ext cx="365760" cy="18288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94760" y="2139696"/>
            <a:ext cx="36576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26480" y="1307465"/>
            <a:ext cx="438785" cy="50292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1810385"/>
            <a:ext cx="438785" cy="635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8347710" y="1458595"/>
            <a:ext cx="315595" cy="324485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48472" y="1810512"/>
            <a:ext cx="292608" cy="347472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04120" y="1847088"/>
            <a:ext cx="182880" cy="310896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5840" y="39319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977640"/>
            <a:ext cx="20482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TARGET_ROOT/.claude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37490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3794760"/>
            <a:ext cx="236829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RUN_ROOT/state.json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RUN_ROOT/events.jsonl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runner-summary.json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822192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76872" y="3867912"/>
            <a:ext cx="2414016" cy="7315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validation-runtime-report.md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s5-validation-summary.json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12680" y="39319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85832" y="3977640"/>
            <a:ext cx="15910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lessons.md / constraints.md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72600" y="4224528"/>
            <a:ext cx="64008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246120" y="4261104"/>
            <a:ext cx="59436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55080" y="4224528"/>
            <a:ext cx="5486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85800" y="5257800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自然语言请求优先进入 orchestrate，再被 route-intent.py 路由到叶子 skill。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5568696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 /develop 或 workflowprogram-develop 不会回跳到 orchestrate，它们直接进入 develop 主链。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587959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workflow-entry.py 是 skill 与控制面脚本之间的桥，workflow-runner.py 只负责确定性的 stage 转移与状态落盘。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模块一：触发与路由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重点回答：develop 不会跳到 orchestrate，只有自然语言请求会先经过 orchestrate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71600"/>
            <a:ext cx="1865376" cy="4114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显式入口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57400"/>
            <a:ext cx="85953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/develop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20116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057400"/>
            <a:ext cx="16367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2926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971800"/>
            <a:ext cx="1773936" cy="5029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直接进入 develop 主链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5880" y="2560320"/>
            <a:ext cx="64008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31720" y="2560320"/>
            <a:ext cx="41148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371600"/>
            <a:ext cx="1956816" cy="4114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自然语言入口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011680"/>
            <a:ext cx="186537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workflowprogram-orchestrate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816352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862072"/>
            <a:ext cx="1088136" cy="420624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657600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703320"/>
            <a:ext cx="2322576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 / iterate / validate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532888"/>
            <a:ext cx="0" cy="28346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52160" y="3328416"/>
            <a:ext cx="0" cy="32918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14630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1508760"/>
            <a:ext cx="1179576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严格模式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20574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8392" y="2103120"/>
            <a:ext cx="15910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若关键词并列或零分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 返回歧义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3063240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3108960"/>
            <a:ext cx="1865376" cy="694944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strict 模式下阻断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 strict 模式下回退到 develop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2715768"/>
            <a:ext cx="0" cy="347472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" y="5074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120640"/>
            <a:ext cx="768096" cy="2743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53212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不存在“develop 先调用 orchestrate 再回来”的运行链路。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824728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orchestrate 只承担自然语言总入口；叶子 skill 负责实际业务主链。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6117336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即便显式进入 develop，workflow-entry.py 仍会再调用 route-intent.py，用于记录路由证据和检查冲突，而不是切换 skill。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模块二：AI 与 Python 如何切换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切换媒介不是函数互调，而是 shell 命令 + 产物文件 + JSON 摘要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07592"/>
            <a:ext cx="14173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/ Skill 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3E4"/>
          </a:solidFill>
          <a:ln w="12700">
            <a:solidFill>
              <a:srgbClr val="FFF3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867912"/>
            <a:ext cx="14173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/ 控制面层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971800"/>
            <a:ext cx="914400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3258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371600"/>
            <a:ext cx="13624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 command / skill 文本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682496"/>
            <a:ext cx="22860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3258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371600"/>
            <a:ext cx="149961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澄清需求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 workflow-spec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1682496"/>
            <a:ext cx="27432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371600"/>
            <a:ext cx="140817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.claude 资产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82496"/>
            <a:ext cx="27432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13258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1371600"/>
            <a:ext cx="177393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shell 命令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1682496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0" y="13258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1371600"/>
            <a:ext cx="149961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读取结果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 validate / 汇报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388620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931920"/>
            <a:ext cx="10881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4215384"/>
            <a:ext cx="18288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31920" y="3886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931920"/>
            <a:ext cx="149961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validate-workflow-spec.py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4215384"/>
            <a:ext cx="2286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06440" y="388620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3931920"/>
            <a:ext cx="15453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generate-workflow-view.py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215384"/>
            <a:ext cx="2286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26680" y="38862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3931920"/>
            <a:ext cx="127101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managed-assets.py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0" y="4215384"/>
            <a:ext cx="18288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26880" y="3886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3931920"/>
            <a:ext cx="13624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35640" y="4215384"/>
            <a:ext cx="155448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991088" y="38862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64240" y="3931920"/>
            <a:ext cx="8595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validate-run-state.py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2039112"/>
            <a:ext cx="411480" cy="1847088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058400" y="2039112"/>
            <a:ext cx="640080" cy="2505456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377440" y="5074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5120640"/>
            <a:ext cx="168249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 / JSON 交接物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5486400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-&gt; Python：通过 shell 命令传参，例如 --spec、--run-root、--entry-skill、--request。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468880" y="5779008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Python -&gt; AI：通过 entry-orchestration-summary.json、state.json、events.jsonl、runner-summary.json、validation 报告交回。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68880" y="6071616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这意味着设计是 AI 主导的，控制面语义与约束执行是 Python 主导的。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模块三：develop 主链与阶段模型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S1-S6 中，哪些环节更偏 AI，哪些环节更偏脚本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需求澄清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主导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草案 -&gt; validate-workflow-draft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上下文研究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/ 子代理主导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 repo 与领域上下文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 设计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484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产出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validate-workflow-spec 把关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受控写入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 + managed-assets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冲突则停在这里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验证判定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8388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workflow-s5-judge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5840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EAF0F6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155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经验回流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155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/ constraints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形成下一轮输入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023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069080"/>
            <a:ext cx="131673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实际固定脚本主链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480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负责设计与候选产物；一旦进入 S4，workflow-entry.py 就把主链固定为脚本执行。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76402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workflow-runner.py 负责 stage 转移、required_evidence 检查、approval_status 与 failure_kind 等控制面状态。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0474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S5 不是 runner 的职责；S5 主判定在 workflowprogram-validate / workflow-s5-judge.py。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3309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S6 的目标不是重跑流程，而是把本次运行提炼成 lessons、constraints candidates 和用户进度摘要。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5 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模块四：workflow-entry.py 与 workflow-runner.py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入口编排层负责串脚本，runner 负责控制面状态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71600"/>
            <a:ext cx="2139696" cy="5486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3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解析显式 entry_skill 与 intent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1401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校验 workflow-spec.yaml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 workflow-view.md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develop 时执行 managed apply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20954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无冲突后调用 workflow-runner.py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最后校验 state.json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132588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371600"/>
            <a:ext cx="2185416" cy="5486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 run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按 intent_flows 计算实际 stage 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1401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执行 S0-S6 控制面转移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67919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写 state.json / events.jsonl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94436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写 runner-summary.json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20954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 required_evidence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4747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校验 failure_kind 与环境 skip 语义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1325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371600"/>
            <a:ext cx="1225296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关键边界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192024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develop 流程若 managed-assets.py 发现冲突，entry 会停在 runner 之前。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19456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runner 只负责控制面，不负责 workflow 级最终 verdict。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46888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 develop 不会切回 orchestrate；route-intent 只用于证据与冲突检查。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74320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runner 结束后仍要经过 validate-run-state.py 与 S5 judge。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48006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846320"/>
            <a:ext cx="104241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主要产物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868680" y="5257800"/>
          <a:ext cx="10789920" cy="1243584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文件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产生者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entry-orchestration-summary.json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workflow-entry.py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记录这次为什么走到某个入口与脚本链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state.json / events.jsonl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控制面状态与事件流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runner-summary.json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摘要化的 transition / artifact 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 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模块五：验证链与 S5 主判定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区分控制面证据、动态 harness、以及 workflow 级 verdict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40817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 证据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63040"/>
            <a:ext cx="18196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463040"/>
            <a:ext cx="15910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workflow-s5-judge.py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28016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325880"/>
            <a:ext cx="2093976" cy="7498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validation-runtime-report.md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s5-validation-summary.json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0412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7272" y="1463040"/>
            <a:ext cx="15910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/ constraints 候选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1700784"/>
            <a:ext cx="4572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1700784"/>
            <a:ext cx="54864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1700784"/>
            <a:ext cx="50292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1700784"/>
            <a:ext cx="3657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31720" y="30632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3108960"/>
            <a:ext cx="14081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runtime_smoke.py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06324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108960"/>
            <a:ext cx="11795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runtime_host.py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97880" y="2907792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2953512"/>
            <a:ext cx="1591056" cy="768096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claude_cli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command_adapter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fixture_host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2907792"/>
            <a:ext cx="1965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2953512"/>
            <a:ext cx="1819656" cy="768096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transcript.md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before/after snapshot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provider 结果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86200" y="3346704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32120" y="3346704"/>
            <a:ext cx="3657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35240" y="3346704"/>
            <a:ext cx="41148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920" y="1984248"/>
            <a:ext cx="2788920" cy="92354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68680" y="4709160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workflowprogram-validate 是 S5 主入口，workflow-s5-judge.py 才是实际 contract-aware 判定器。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5020056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runtime_smoke.py 不是主判定来源；它负责真实运行、抓 transcript / snapshot / provider 输出，并把这些证据补给 judge。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5330952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state.json / events.jsonl 属于控制面证据，S5 会消费它们，但不拥有它们。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7 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模块六：关键 skill / 脚本地图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一页看清每个模块的职责、输入与输出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1234440"/>
          <a:ext cx="11155680" cy="3822192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核心文件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主要职责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典型输出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workflowprogram-orchestrate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承接自然语言请求并路由到叶子 skill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路由结论、目标 skill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叶子设计入口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workflowprogram-develop / /develop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澄清需求、生成 spec 与 candidate 资产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workflow-spec.yaml, candidate/.claude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意图路由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route-intent.py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把请求映射到 develop / audit / iterate / validate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intent, entry_skill, confidence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确定性入口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workflow-entry.py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 prompt 层顺序固定成脚本链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entry-orchestration-summary.json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受控写入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managed-assets.py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 / apply-staged，处理覆盖与冲突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managed-change-plan/result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stage 转移、状态落盘、required_evidence 检查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state.json, events.jsonl, runner-summary.json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状态校验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validate-run-state.py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 runner 落盘状态是否合法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run-state verdict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S5 主判定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workflowprogram-validate + workflow-s5-judge.py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 runtime_contract / test_contract 给 workflow verdict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runtime report, s5 summary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动态 harness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runtime_smoke.py + runtime_host.py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真跑一轮并补 transcript / snapshot / provider 证据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transcript, snapshots, smoke summary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经验回流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lessons.md / constraints.md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沉淀可复用经验，影响下一轮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lessons, rules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8 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常见问题结论页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把前面几页的关键信息压缩成可直接复述的答案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Q1. develop 是怎么跳到 orchestrate 的？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46304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不会跳。自然语言请求优先进入 orchestrate；显式 /develop 或 workflowprogram-develop 直接进入 develop 主链。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46888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Q2. AI 和 Python 是怎么来回切换的？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46888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shell 命令与产物文件交接。AI 设计与决策，Python 固化约束、执行控制面、落状态与给判定。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7472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Q3. workflow-runner.py 是谁触发的？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7472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 workflow-entry.py 在 run_runner() 中起子进程调用；develop 流程里还要先过 managed-assets 的冲突门禁。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EAF0F6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48056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Q4. 最终 workflow 是否按设计执行，由谁说了算？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3484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448056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 runner，而是 workflowprogram-validate + workflow-s5-judge.py；runtime_smoke.py 只负责补动态证据。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349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94960"/>
            <a:ext cx="1088136" cy="2743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建议阅读顺序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先看“总体主链”和“触发与路由”，弄清 skill 之间谁先谁后。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98932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再看“AI 与 Python 切换”和“workflow-entry / runner”，理解真正的控制权交接点。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626364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最后看“验证链”和“文件地图”，对照代码读实现最省时间。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9 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5614</Words>
  <Application>WPS 演示</Application>
  <PresentationFormat>On-screen Show (16:9)</PresentationFormat>
  <Paragraphs>447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WorkflowProgram-CN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WorkflowProgram 流程图文档</dc:title>
  <dc:creator>Codex</dc:creator>
  <dc:subject>WorkflowProgram overall flow and module map</dc:subject>
  <cp:lastModifiedBy>WPS_1494048660</cp:lastModifiedBy>
  <cp:revision>3</cp:revision>
  <dcterms:created xsi:type="dcterms:W3CDTF">2026-04-10T09:31:00Z</dcterms:created>
  <dcterms:modified xsi:type="dcterms:W3CDTF">2026-04-10T09:39:07Z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1FE14577F5D2494C9C09A1A72DE91F58_12</vt:lpwstr>
  </property>
  <property fmtid="{D5CDD505-2E9C-101B-9397-08002B2CF9AE}" pid="3" name="KSOProductBuildVer">
    <vt:lpwstr>2052-12.1.0.25225</vt:lpwstr>
  </property>
</Properties>
</file>